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with Claude Code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Claude Code operates as a full-stack collaborator on a real production codebase — not autocomplete, a persistent engineering process.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7943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Setup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48581"/>
            <a:ext cx="6296860" cy="1639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155406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Project-Level Files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1938536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is directed by a set of project-level files checked into the repo, read automatically at the start of every session — not one-off prompting.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60117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365599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Included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3750072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root instructions file, a library of vetted reference skills, a running decision trail, and a structured testing and QA process.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90170"/>
            <a:ext cx="6296860" cy="16398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4895652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Goal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280124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session starts with full context, follows the same rules, and leaves a written trail the next session can pick up from exactly where things left off.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6552"/>
            <a:ext cx="6925990" cy="39247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0084" y="847725"/>
            <a:ext cx="3546485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Constitution File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7990084" y="2002433"/>
            <a:ext cx="354648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root-level instructions file governs every session — defining the engineer persona Claude acts as, and a set of hard, non-negotiable rules.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90084" y="2852837"/>
            <a:ext cx="3546485" cy="2079228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skip test coverage, never commit red code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security boundaries as boundaries, not filters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existing contracts exactly — no inventing new ones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and log genuine ambiguity instead of guessing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90084" y="5057676"/>
            <a:ext cx="3546485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documented architecture decisions, known inconsistencies discovered along the way, current priorities as ordered Definition-of-Done-gated slices, and a session resume protocol.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Development Process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Commit Slice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Lint &amp; Run Suite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&amp; Test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Contracts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Slice Work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disciplined, slice-by-slice workflow ensures every unit of work is independently verified before the next begins — no accumulated red code, no skipped gates.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43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Vetted Reference Skills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93070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19971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Framework &amp; Database Patterns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23928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patterns matched to the actual stack in use — not generic boilerplate.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93070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41997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Checklists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828653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to every new endpoint or auth-touching change without exception.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93070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41997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Cross-Cutting Discipline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123928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design, error handling, secrets management, and code review standards baked in.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93070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41997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Project-Specific Overrides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23928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skill file records where generic guidance does NOT match this project's own conventions.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309"/>
            <a:ext cx="35370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Planning Trail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73287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folder of living documents captures every architecture and product decision made during the build, indexed by a single README.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72010"/>
            <a:ext cx="3537060" cy="1430139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requirements and contract analysis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 implementation plan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Hard-rules documents per layer of the stack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page-by-page and component-by-component frontend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870821"/>
            <a:ext cx="3537060" cy="1372394"/>
          </a:xfrm>
          <a:prstGeom prst="roundRect">
            <a:avLst>
              <a:gd name="adj" fmla="val 5152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46" y="4099719"/>
            <a:ext cx="210338" cy="168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8355" y="4047827"/>
            <a:ext cx="2821909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open-questions log records genuinely unresolved ambiguities — Claude never silently guesses an answer.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5411887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new session reads this trail instead of re-deriving decisions from scratch. This is how continuity works.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640" y="1468041"/>
            <a:ext cx="6920831" cy="3921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727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Testing Documentation: Two Complementary Layers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46598"/>
            <a:ext cx="10868745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952948"/>
            <a:ext cx="5428023" cy="1996380"/>
          </a:xfrm>
          <a:custGeom>
            <a:avLst/>
            <a:gdLst/>
            <a:ahLst/>
            <a:cxnLst/>
            <a:rect l="l" t="t" r="r" b="b"/>
            <a:pathLst>
              <a:path w="5428023" h="1996380">
                <a:moveTo>
                  <a:pt x="66156" y="0"/>
                </a:moveTo>
                <a:lnTo>
                  <a:pt x="5428023" y="0"/>
                </a:lnTo>
                <a:lnTo>
                  <a:pt x="5428023" y="1996380"/>
                </a:lnTo>
                <a:lnTo>
                  <a:pt x="66156" y="1996380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14196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QA Trail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550642"/>
            <a:ext cx="50500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matching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plan / result / suggestion triad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feature, reused as acceptance criteria instead of re-derived each time. Provides a human-verifiable record alongside automated results.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952948"/>
            <a:ext cx="5428023" cy="1996380"/>
          </a:xfrm>
          <a:custGeom>
            <a:avLst/>
            <a:gdLst/>
            <a:ahLst/>
            <a:cxnLst/>
            <a:rect l="l" t="t" r="r" b="b"/>
            <a:pathLst>
              <a:path w="5428023" h="1996380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930222"/>
                </a:lnTo>
                <a:arcTo hR="66158" wR="66156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952948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14196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Formal Test-Case Suite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550642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feature area split into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Unit / API / End-to-End / Frontend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sections, each carrying an explicit role-based access matrix using generic role labels.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82" y="51683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test case carries a real status —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fixed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pre-existing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still open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narrative claims of coverage.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02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QA Execution Brief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1226214" y="1419721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Explicit Access Matrix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26214" y="1796256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role against every operation — write an automated test for every cell. Data isolation is 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security boundary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just a filter.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26214" y="273853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Gate: Nothing Passes Unrun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26214" y="3115072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test written but not executed goes in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"pending,"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never "passed." No exceptions.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26214" y="4057352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Live-Browser Verification Required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6214" y="443388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in as each role and confirm denied roles don't just fail an API call — they don't even see the button or route.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26214" y="5376168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Running Findings Log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26214" y="5752703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gap already flagged is tracked. Check the log before assuming an area has been audited.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3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Coverage Snapshot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550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67543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Unit Coverage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8411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built modules, including global auth and access guards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81550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1+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67543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Issues Found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08411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area audited has turned up at least one previously-unfixed issue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97242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Coverage Includes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4551164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Happy path, validation failures, and isolation checks per access point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Role-gating verified at every guarded boundary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coverage expanding area by area — systematically, not all at once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58032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finds problems, not just checks boxes. Every audited area has produced at least one real, previously-unfixed issue.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184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Claude Code Is Used Day to Day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77169"/>
            <a:ext cx="180078" cy="1800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735336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1876127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Auto-loads Context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260600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project instructions and full session context automatically at start — no manual re-briefing.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670" y="1477169"/>
            <a:ext cx="180078" cy="18008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81670" y="1735336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6181670" y="1876127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Tests Before Done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181670" y="2260600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Writes and runs unit, integration, and end-to-end tests before calling any slice complete.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52775"/>
            <a:ext cx="180078" cy="18008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3410942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3551734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Commit Discipline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61475" y="3936206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Small, verified, per-slice commits with conventional messages — never bulk uncommitted work.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670" y="3152775"/>
            <a:ext cx="180078" cy="18008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81670" y="3410942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1"/>
          <p:cNvSpPr/>
          <p:nvPr/>
        </p:nvSpPr>
        <p:spPr>
          <a:xfrm>
            <a:off x="6181670" y="3551734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Contract-First Changes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181670" y="3936206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Cross-checks every change against existing contracts before writing new code.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828381"/>
            <a:ext cx="180078" cy="18008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1475" y="5086548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4"/>
          <p:cNvSpPr/>
          <p:nvPr/>
        </p:nvSpPr>
        <p:spPr>
          <a:xfrm>
            <a:off x="661475" y="5227340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Logs Ambiguity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661475" y="5611813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questions are logged, never silently guessed. Ambiguity is surfaced, not buried.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1670" y="4828381"/>
            <a:ext cx="180078" cy="18008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181670" y="5086548"/>
            <a:ext cx="5348551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17"/>
          <p:cNvSpPr/>
          <p:nvPr/>
        </p:nvSpPr>
        <p:spPr>
          <a:xfrm>
            <a:off x="6181670" y="5227340"/>
            <a:ext cx="534855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QA Pass</a:t>
            </a:r>
            <a:endParaRPr lang="en-US" sz="1750" dirty="0"/>
          </a:p>
        </p:txBody>
      </p:sp>
      <p:sp>
        <p:nvSpPr>
          <p:cNvPr id="26" name="Text 18"/>
          <p:cNvSpPr/>
          <p:nvPr/>
        </p:nvSpPr>
        <p:spPr>
          <a:xfrm>
            <a:off x="6181670" y="5611813"/>
            <a:ext cx="534855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a full security and QA audit with a written findings log, not informal spot-checks.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7964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23380"/>
            <a:ext cx="6296860" cy="15584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2832" y="1516658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Real System, Not a Single Prompt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02832" y="1885156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operates against a real constitution, a documented development process, a vetted skill library, a decision trail, and a living QA process with hard gates.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42444"/>
            <a:ext cx="6296860" cy="1558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02832" y="323572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Results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502832" y="3604220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test coverage across every module, a formal access-control test suite, and an audit process that has found and fixed real issues — not checkbox coverage.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61508"/>
            <a:ext cx="6296860" cy="1558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02832" y="4954786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Repeatable Model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502832" y="5323284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repeatable model for running a serious, production-grade build with Claude Code as a full-stack collaborator — structured, verifiable, and built to last.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2026-08-19T07:24:50Z</dcterms:created>
  <dcterms:modified xsi:type="dcterms:W3CDTF">2026-08-19T07:24:50Z</dcterms:modified>
</cp:coreProperties>
</file>